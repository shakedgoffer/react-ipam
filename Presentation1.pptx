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he-I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68" d="100"/>
          <a:sy n="68" d="100"/>
        </p:scale>
        <p:origin x="84" y="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1D9975-8872-E1CE-7F96-C6921ECD10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4B6A68B-049E-2F39-678E-E2618EF690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he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1748BE-EDB2-7892-90E7-AC2A62509F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D5A277-A327-480E-AC8F-4FEAA53360C4}" type="datetimeFigureOut">
              <a:rPr lang="he-IL" smtClean="0"/>
              <a:t>כ"ט/אדר/תשפ"ו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7844F4-6655-B069-7830-0A514AB928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CBECF8-89C0-E162-EE10-6195543CAB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CA681B-2BEB-45CB-89B8-629BE2201FF3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4316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D45525-8989-EFD2-C5F5-1C711DD10F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8F2B8A-5622-49EF-D212-9082FA4645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70C638-01A4-EED9-31FA-7BEBC00F4D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D5A277-A327-480E-AC8F-4FEAA53360C4}" type="datetimeFigureOut">
              <a:rPr lang="he-IL" smtClean="0"/>
              <a:t>כ"ט/אדר/תשפ"ו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99CEF5-98D3-2ECC-4DF6-963C2ABC48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ABE539-7CFC-795D-429C-B53934B934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CA681B-2BEB-45CB-89B8-629BE2201FF3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2717010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B92527-DDB9-E49F-9ABD-A541AD8150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697500-D9F0-3359-6130-5B5B051827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DEDAC1-9C76-D215-8C1D-89DD112837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D5A277-A327-480E-AC8F-4FEAA53360C4}" type="datetimeFigureOut">
              <a:rPr lang="he-IL" smtClean="0"/>
              <a:t>כ"ט/אדר/תשפ"ו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181A83-685B-3AE1-12F6-F87D966189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B4B978-A0E6-055B-24F9-EA874230DB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CA681B-2BEB-45CB-89B8-629BE2201FF3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9120005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F6D6E9-F743-09A9-2888-57B360A817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AB928B-E6C1-7919-8049-BB554869C93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338F9AF-4614-84D2-FEDB-4128B7D0A2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960E76-1301-0AE0-AB9B-976DF4F242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D5A277-A327-480E-AC8F-4FEAA53360C4}" type="datetimeFigureOut">
              <a:rPr lang="he-IL" smtClean="0"/>
              <a:t>כ"ט/אדר/תשפ"ו</a:t>
            </a:fld>
            <a:endParaRPr lang="he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CD544B-F509-BF35-0935-700A0F1F0E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18A93A-437D-0496-2C4E-2D77AC3260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CA681B-2BEB-45CB-89B8-629BE2201FF3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0934565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35EA2F-82FD-AE5D-E199-C18B67B126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922A44-2E83-A423-6B24-DCCE68DCAF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57BDFD-25CD-19EB-61E2-B25EC710F7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116B319-758F-4137-EB97-CC7F0A7B9C0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2A094CC-FED8-E715-1D8B-8C079E013E4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C6E9FB7-F401-CA6E-9AD8-055716FDD1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D5A277-A327-480E-AC8F-4FEAA53360C4}" type="datetimeFigureOut">
              <a:rPr lang="he-IL" smtClean="0"/>
              <a:t>כ"ט/אדר/תשפ"ו</a:t>
            </a:fld>
            <a:endParaRPr lang="he-I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2BEB770-3090-0651-39E1-6492B03259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BAB3D35-8B5F-64B0-4B65-F72AECAC1A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CA681B-2BEB-45CB-89B8-629BE2201FF3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8289259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AE34D0-38DB-83D7-EBCC-5D2F8E3159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4B0FA9E-A451-F30B-0B8A-E7040CFD3E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D5A277-A327-480E-AC8F-4FEAA53360C4}" type="datetimeFigureOut">
              <a:rPr lang="he-IL" smtClean="0"/>
              <a:t>כ"ט/אדר/תשפ"ו</a:t>
            </a:fld>
            <a:endParaRPr lang="he-I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1AAB04B-75D0-2BCA-3853-671690D301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CBD20DD-A13B-C078-E2BA-FCBACF3AC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CA681B-2BEB-45CB-89B8-629BE2201FF3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4829258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866AB79-C34C-C16A-E440-DCE91A8625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D5A277-A327-480E-AC8F-4FEAA53360C4}" type="datetimeFigureOut">
              <a:rPr lang="he-IL" smtClean="0"/>
              <a:t>כ"ט/אדר/תשפ"ו</a:t>
            </a:fld>
            <a:endParaRPr lang="he-I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AC91AAE-EB07-ACE4-FCEB-C3E20D564A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63BA83-4E66-0F7B-5495-2FB1EE1057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CA681B-2BEB-45CB-89B8-629BE2201FF3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5257206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D16AB6-04BA-0AA3-8095-E9260DB851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98611D-4195-6A2B-4585-46B6651B25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016D91-676A-3E8A-1883-22DE14C494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1D0E22-C0B1-CDE4-C63B-D141818592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D5A277-A327-480E-AC8F-4FEAA53360C4}" type="datetimeFigureOut">
              <a:rPr lang="he-IL" smtClean="0"/>
              <a:t>כ"ט/אדר/תשפ"ו</a:t>
            </a:fld>
            <a:endParaRPr lang="he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AC77C2-FB01-9482-3DF7-E9F17530D3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D6277C-C64B-FB4D-6145-F5F25570CF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CA681B-2BEB-45CB-89B8-629BE2201FF3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7884569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3E28E8-1FA7-2D46-FFD3-BE90BDAA2E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4D881D7-E41B-14EB-CC8F-0F717E98609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e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0799DC6-4574-0463-5AEA-D2DA49AB9C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E487ED-1B68-061F-6124-BD5B930037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D5A277-A327-480E-AC8F-4FEAA53360C4}" type="datetimeFigureOut">
              <a:rPr lang="he-IL" smtClean="0"/>
              <a:t>כ"ט/אדר/תשפ"ו</a:t>
            </a:fld>
            <a:endParaRPr lang="he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7AF950-DA49-8E9D-24A0-8FCC989565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86392B-B4CC-86B6-C10E-E9F86BAD02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CA681B-2BEB-45CB-89B8-629BE2201FF3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8309507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0AE24E-AB47-9624-66EC-06B07A835C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8DA2A8B-C11B-BC05-9B44-C41828050B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F2D0D0-FDC7-C29B-27A7-5141DEE256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D5A277-A327-480E-AC8F-4FEAA53360C4}" type="datetimeFigureOut">
              <a:rPr lang="he-IL" smtClean="0"/>
              <a:t>כ"ט/אדר/תשפ"ו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4393A2-8186-638C-6ACE-B531F0EE30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1FAE9E-A107-9D6A-E6D7-B9BFC8A5A0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CA681B-2BEB-45CB-89B8-629BE2201FF3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9525134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E7E2C0E-02DA-DF16-ECDB-4373E949EFA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9AA3BED-B25D-2E31-4224-A00BBE408E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A3E8F1-7342-8F8C-B8EC-663DA675E9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D5A277-A327-480E-AC8F-4FEAA53360C4}" type="datetimeFigureOut">
              <a:rPr lang="he-IL" smtClean="0"/>
              <a:t>כ"ט/אדר/תשפ"ו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5D9084-C570-FCE2-432D-78E2DD071B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AA3B4D-F926-1D73-152A-9275604ED1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CA681B-2BEB-45CB-89B8-629BE2201FF3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1909686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51DB481-94DF-5858-22B4-0823D91C10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FD333D-EE17-BA35-CA84-9850107385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6DC527-6989-247D-4C02-44BA648CA5A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D5A277-A327-480E-AC8F-4FEAA53360C4}" type="datetimeFigureOut">
              <a:rPr lang="he-IL" smtClean="0"/>
              <a:t>כ"ט/אדר/תשפ"ו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0D8771-014A-E5CE-5728-0002C3EB01A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689620-C01E-2350-B95F-34C2D984663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CA681B-2BEB-45CB-89B8-629BE2201FF3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3841424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microsoft.com/office/2007/relationships/hdphoto" Target="../media/hdphoto2.wdp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3" name="Rectangle 1032">
            <a:extLst>
              <a:ext uri="{FF2B5EF4-FFF2-40B4-BE49-F238E27FC236}">
                <a16:creationId xmlns:a16="http://schemas.microsoft.com/office/drawing/2014/main" id="{70155189-D96C-4527-B0EC-654B946BE6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2" descr="651 Almond Emoji Royalty-Free Images, Stock Photos &amp; Pictures | Shutterstock">
            <a:extLst>
              <a:ext uri="{FF2B5EF4-FFF2-40B4-BE49-F238E27FC236}">
                <a16:creationId xmlns:a16="http://schemas.microsoft.com/office/drawing/2014/main" id="{4EC65F50-D576-EB20-C302-4ED62B992FE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>
                        <a14:foregroundMark x1="49333" y1="50167" x2="40667" y2="53500"/>
                        <a14:foregroundMark x1="40667" y1="53500" x2="41833" y2="52167"/>
                        <a14:foregroundMark x1="37500" y1="49333" x2="38833" y2="51500"/>
                        <a14:foregroundMark x1="47000" y1="51500" x2="43833" y2="76500"/>
                        <a14:foregroundMark x1="43833" y1="76500" x2="45833" y2="59167"/>
                        <a14:foregroundMark x1="45833" y1="59167" x2="48333" y2="70500"/>
                        <a14:foregroundMark x1="40833" y1="58500" x2="51333" y2="57500"/>
                        <a14:foregroundMark x1="39333" y1="75833" x2="52000" y2="75333"/>
                        <a14:foregroundMark x1="52000" y1="75333" x2="52000" y2="75333"/>
                        <a14:foregroundMark x1="41833" y1="77000" x2="55333" y2="73500"/>
                        <a14:foregroundMark x1="19833" y1="45500" x2="19833" y2="45500"/>
                        <a14:foregroundMark x1="19833" y1="45000" x2="21167" y2="41667"/>
                        <a14:foregroundMark x1="16167" y1="36000" x2="20667" y2="42667"/>
                        <a14:foregroundMark x1="23667" y1="38500" x2="21167" y2="41500"/>
                        <a14:foregroundMark x1="20500" y1="40333" x2="20500" y2="40333"/>
                        <a14:foregroundMark x1="18500" y1="37333" x2="18500" y2="37333"/>
                        <a14:foregroundMark x1="17833" y1="35500" x2="17833" y2="35500"/>
                        <a14:foregroundMark x1="14667" y1="33500" x2="14667" y2="33500"/>
                        <a14:foregroundMark x1="13667" y1="34167" x2="13667" y2="34167"/>
                        <a14:foregroundMark x1="12833" y1="35000" x2="12833" y2="35000"/>
                        <a14:foregroundMark x1="15500" y1="42500" x2="10333" y2="39333"/>
                        <a14:foregroundMark x1="10333" y1="39333" x2="15500" y2="41500"/>
                        <a14:foregroundMark x1="15500" y1="41500" x2="17167" y2="41500"/>
                        <a14:foregroundMark x1="14333" y1="43167" x2="15167" y2="45167"/>
                        <a14:foregroundMark x1="73500" y1="33167" x2="78333" y2="35500"/>
                        <a14:foregroundMark x1="78333" y1="35500" x2="79000" y2="36500"/>
                        <a14:foregroundMark x1="85167" y1="29000" x2="80500" y2="37667"/>
                        <a14:foregroundMark x1="88833" y1="33500" x2="83833" y2="37000"/>
                        <a14:foregroundMark x1="87667" y1="38500" x2="83167" y2="3816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976" t="13165" r="7702" b="12689"/>
          <a:stretch/>
        </p:blipFill>
        <p:spPr bwMode="auto">
          <a:xfrm>
            <a:off x="637090" y="2893322"/>
            <a:ext cx="3797536" cy="33001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599 Almond Emoji Stock Vectors and Vector Art | Shutterstock">
            <a:extLst>
              <a:ext uri="{FF2B5EF4-FFF2-40B4-BE49-F238E27FC236}">
                <a16:creationId xmlns:a16="http://schemas.microsoft.com/office/drawing/2014/main" id="{CBFE153D-9DB6-77FB-92B1-24B4C48E341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9167" b="91167" l="10000" r="90000">
                        <a14:foregroundMark x1="48667" y1="50333" x2="46000" y2="57667"/>
                        <a14:foregroundMark x1="47333" y1="48333" x2="60167" y2="68833"/>
                        <a14:foregroundMark x1="60167" y1="68833" x2="57500" y2="71333"/>
                        <a14:foregroundMark x1="47833" y1="51500" x2="44333" y2="49167"/>
                        <a14:foregroundMark x1="45667" y1="51333" x2="44167" y2="51667"/>
                        <a14:foregroundMark x1="45500" y1="63000" x2="51500" y2="69333"/>
                        <a14:foregroundMark x1="47500" y1="58667" x2="61000" y2="62333"/>
                        <a14:foregroundMark x1="61000" y1="62333" x2="60833" y2="60667"/>
                        <a14:foregroundMark x1="47167" y1="62167" x2="53667" y2="67667"/>
                        <a14:foregroundMark x1="83667" y1="80833" x2="83667" y2="80833"/>
                        <a14:foregroundMark x1="85000" y1="77000" x2="79667" y2="82667"/>
                        <a14:foregroundMark x1="83500" y1="77667" x2="77667" y2="82500"/>
                        <a14:foregroundMark x1="84167" y1="75667" x2="77833" y2="81667"/>
                        <a14:foregroundMark x1="84833" y1="76667" x2="83500" y2="83000"/>
                        <a14:foregroundMark x1="87667" y1="77167" x2="84500" y2="84833"/>
                        <a14:foregroundMark x1="89167" y1="76833" x2="89000" y2="78000"/>
                        <a14:foregroundMark x1="14500" y1="46667" x2="22500" y2="60500"/>
                        <a14:foregroundMark x1="22500" y1="60500" x2="23167" y2="61000"/>
                        <a14:foregroundMark x1="14333" y1="43667" x2="21333" y2="54500"/>
                        <a14:foregroundMark x1="65500" y1="9667" x2="65500" y2="9667"/>
                        <a14:foregroundMark x1="63333" y1="9333" x2="63333" y2="9333"/>
                        <a14:foregroundMark x1="56667" y1="91167" x2="56667" y2="91167"/>
                        <a14:foregroundMark x1="58833" y1="90500" x2="58833" y2="90500"/>
                        <a14:foregroundMark x1="56667" y1="89500" x2="56667" y2="89500"/>
                        <a14:foregroundMark x1="56667" y1="89500" x2="56667" y2="89500"/>
                        <a14:foregroundMark x1="56667" y1="89500" x2="56667" y2="89500"/>
                        <a14:foregroundMark x1="19167" y1="55000" x2="24667" y2="52667"/>
                        <a14:foregroundMark x1="19639" y1="49500" x2="19333" y2="50333"/>
                        <a14:foregroundMark x1="21167" y1="45333" x2="19639" y2="49500"/>
                        <a14:foregroundMark x1="11000" y1="41667" x2="11000" y2="41667"/>
                        <a14:backgroundMark x1="22667" y1="50000" x2="22667" y2="50000"/>
                        <a14:backgroundMark x1="84333" y1="69833" x2="84333" y2="69833"/>
                        <a14:backgroundMark x1="22667" y1="49833" x2="22667" y2="49833"/>
                        <a14:backgroundMark x1="22167" y1="49500" x2="22167" y2="49500"/>
                        <a14:backgroundMark x1="22167" y1="49333" x2="22167" y2="4933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8130" t="6039" r="9089" b="7282"/>
          <a:stretch/>
        </p:blipFill>
        <p:spPr bwMode="auto">
          <a:xfrm>
            <a:off x="4601030" y="2978688"/>
            <a:ext cx="2946400" cy="30851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Subtitle 7">
            <a:extLst>
              <a:ext uri="{FF2B5EF4-FFF2-40B4-BE49-F238E27FC236}">
                <a16:creationId xmlns:a16="http://schemas.microsoft.com/office/drawing/2014/main" id="{A5CA1162-0F9D-63D4-1B31-F9D17D9825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2475" y="176666"/>
            <a:ext cx="9144000" cy="1655762"/>
          </a:xfrm>
        </p:spPr>
        <p:txBody>
          <a:bodyPr/>
          <a:lstStyle/>
          <a:p>
            <a:endParaRPr lang="he-IL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724ADFA-92EF-BB07-927F-4466F889D8E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06222" y="3487964"/>
            <a:ext cx="857250" cy="857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67794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4042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shakedgoffer@gmail.com</dc:creator>
  <cp:lastModifiedBy>shakedgoffer@gmail.com</cp:lastModifiedBy>
  <cp:revision>2</cp:revision>
  <dcterms:created xsi:type="dcterms:W3CDTF">2026-03-13T15:02:38Z</dcterms:created>
  <dcterms:modified xsi:type="dcterms:W3CDTF">2026-03-18T09:46:02Z</dcterms:modified>
</cp:coreProperties>
</file>